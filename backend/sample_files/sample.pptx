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KNU MLA Sample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 / PPTX 처리 테스트용 샘플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강의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PPTX 파일은 API 테스트를 위한 샘플입니다.</a:t>
            </a:r>
          </a:p>
          <a:p>
            <a:pPr lvl="1"/>
            <a:r>
              <a:t>• PPTX → 텍스트 추출 테스트</a:t>
            </a:r>
          </a:p>
          <a:p>
            <a:pPr lvl="1"/>
            <a:r>
              <a:t>• 요약 및 번역 기능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자유 형식 텍스트 박스입니다.</a:t>
            </a:r>
          </a:p>
          <a:p>
            <a:pPr lvl="1"/>
            <a:r>
              <a:t>여러 줄의 텍스트가 포함되어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